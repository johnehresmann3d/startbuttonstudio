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BUTTON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PACKET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Our Year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spite of everything — there has never been a better time to love games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2697480" cy="310896"/>
          </a:xfrm>
          <a:prstGeom prst="rect">
            <a:avLst/>
          </a:prstGeom>
          <a:solidFill>
            <a:srgbClr val="191B29"/>
          </a:solidFill>
          <a:ln w="9525">
            <a:solidFill>
              <a:srgbClr val="A6D9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A6D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 FIRST LIGHT — OUT NOW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10712" y="4297680"/>
            <a:ext cx="2697480" cy="310896"/>
          </a:xfrm>
          <a:prstGeom prst="rect">
            <a:avLst/>
          </a:prstGeom>
          <a:solidFill>
            <a:srgbClr val="191B29"/>
          </a:solidFill>
          <a:ln w="9525">
            <a:solidFill>
              <a:srgbClr val="A6D9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A6D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HORIZON 6 — OUT NOW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72784" y="4297680"/>
            <a:ext cx="2339035" cy="310896"/>
          </a:xfrm>
          <a:prstGeom prst="rect">
            <a:avLst/>
          </a:prstGeom>
          <a:solidFill>
            <a:srgbClr val="191B29"/>
          </a:solidFill>
          <a:ln w="9525">
            <a:solidFill>
              <a:srgbClr val="A6D9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A6D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LEGO BATMAN — OUT NOW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76411" y="4297680"/>
            <a:ext cx="2159813" cy="310896"/>
          </a:xfrm>
          <a:prstGeom prst="rect">
            <a:avLst/>
          </a:prstGeom>
          <a:solidFill>
            <a:srgbClr val="191B29"/>
          </a:solidFill>
          <a:ln w="9525">
            <a:solidFill>
              <a:srgbClr val="D580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WOLVERINE — SEPT 15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4736592"/>
            <a:ext cx="1801368" cy="310896"/>
          </a:xfrm>
          <a:prstGeom prst="rect">
            <a:avLst/>
          </a:prstGeom>
          <a:solidFill>
            <a:srgbClr val="191B29"/>
          </a:solidFill>
          <a:ln w="9525">
            <a:solidFill>
              <a:srgbClr val="D580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GTA VI — NOV 19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12, 2026   ·   For Production 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592" y="164592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58048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RELEASE CALENDAR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994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Half Delivered — Second Half Loaded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major beat of the year on one page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62453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Jan–Feb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Nioh 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in series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Pokemon Pokopia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2 launch hit · Cozy life sim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Pragmata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IP from Capcom · Early GOTY buzz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Horizon 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Japan · Metacritic 96 · Game Pass day 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007 First Light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 Interactive · Metacritic 96 · Universal Acclaim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 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Marvel's Wolverine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Insomniac · PS5 exclusive · Start of X-Men trilogy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 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GTA VI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GTA in 13 yrs · Vice City · $1B+ projected week 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592" y="164592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58048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GAMES THAT ACTUALLY WORKED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994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007 First Light &amp; LEGO Batman: Legacy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exceptions in the same week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385816" cy="3977640"/>
          </a:xfrm>
          <a:prstGeom prst="roundRect">
            <a:avLst>
              <a:gd name="adj" fmla="val 1379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 FIRST LIGHT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57984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 Interactive · May 27, 2026 · PS5 / Xbox / PC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8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227832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METACRITIC — UNIVERSAL ACCLAIM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371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of the Hitman trilogy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26-year-old Bond — Royal Navy recruit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story: Greenway, Pirate King Bawma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Stealth, gadgets, social infiltration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2 version: Summer 2026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Self-published by IO Interactive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627632"/>
            <a:ext cx="5385816" cy="3977640"/>
          </a:xfrm>
          <a:prstGeom prst="roundRect">
            <a:avLst>
              <a:gd name="adj" fmla="val 1379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828800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LEGO BATMAN: LEGACY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28816" y="2157984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 Games · May 22, 2026 · PS5 / Xbox / PC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28816" y="2450592"/>
            <a:ext cx="4837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D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28816" y="3227832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REVIEWS — OVERWHELMINGLY POSITIVE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28816" y="3566160"/>
            <a:ext cx="48371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LEGO Star Wars: Skywalker Saga team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Open-world Gotham — 4 islands, 100 Batsuits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LEGO Batman in over a decade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LEGO game to cut last-gen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Mayhem DLC Sept 2026 — Joker + Harley</a:t>
            </a:r>
            <a:endParaRPr lang="en-US" sz="10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game under new TT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5769864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7B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scored 96 in the same week · Both single-player with no battle pass · Both by developers who truly cared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592" y="164592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58048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HORIZON 6 — JAPAN BY THE NUMBERS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994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year's best racing game — and a case for the whole year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Playground Games · May 19,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017520" cy="4480560"/>
          </a:xfrm>
          <a:prstGeom prst="roundRect">
            <a:avLst>
              <a:gd name="adj" fmla="val 1818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562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Playground Games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130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19,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5420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58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04672" y="36850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Metacritic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1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Acclaim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4507992"/>
            <a:ext cx="2505456" cy="384048"/>
          </a:xfrm>
          <a:prstGeom prst="rect">
            <a:avLst/>
          </a:prstGeom>
          <a:solidFill>
            <a:srgbClr val="0E101B"/>
          </a:solidFill>
          <a:ln w="9525">
            <a:solidFill>
              <a:srgbClr val="A6D9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D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PASS DAY 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86200" y="1673352"/>
            <a:ext cx="37170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86200" y="2039112"/>
            <a:ext cx="3717036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— most requested setting in franchise history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Tokyo: 5× larger than any previous city in the series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as tourist, earn way to Legend Island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Goliath race: 50 miles — the entire map in one run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system reflects Japan actual climate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Current-gen only — no last-gen version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23276" y="1673352"/>
            <a:ext cx="37170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POINTS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23276" y="2039112"/>
            <a:ext cx="3717036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JDM fans: love letter to Japanese car culture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 connection for older audience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Your first car? — someone will say Skyline R34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Goliath: franchise rite of passage for returning players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Pass debate: does subscription reduce perceived value?</a:t>
            </a:r>
            <a:endParaRPr lang="en-US" sz="1050" dirty="0"/>
          </a:p>
          <a:p>
            <a:pPr marL="127000" indent="-1270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dismissed as lesser — this week proves otherwise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592" y="164592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58048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THE NOISE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994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discourse says vs what the games actually say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receipts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50" kern="0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WHAT THE DISCOURSE SAYS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50" kern="0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WHAT THE GAMES SAY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1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Games are in decline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6, First Light, LEGO Batman — all 96+ in the same week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Live-service has killed gaming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2026 games are almost all single-player, story-driven, finite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original IPs anymore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Pragmata · Big Hops · Esoteric Ebb · First Light (new Bond era)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Publishers do not care about 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 self-published First Light — scored 96 independently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industry is dying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GTA VI: $1B+ week one · WoW: $680M/yr · Forza 6 at GOTY level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64008" marB="64008" anchor="ctr">
                    <a:lnL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592" y="164592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D58048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GAMES THROUGH THE YEARS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994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GoldenEye 1997 to First Light 2026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years of Bond gaming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2011680"/>
                <a:gridCol w="1097280"/>
                <a:gridCol w="42336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GoldenEye 007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 / N64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a generation.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Nightfire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 / Multi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fondly remembered. Multiplayer classic.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GoldenEye: Rogue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 / Multi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06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recognition only.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Quantum of Solace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Treyarch / Multi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 engine. Solid but forgotten.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Stone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Bizarre Creations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Bond game before a 16-year gap.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58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4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007 First Light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 Interactive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6D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7E83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Bond game since GoldenEye.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E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B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SOURCES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994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pull footage for each segment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availability before air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385816" cy="1481328"/>
          </a:xfrm>
          <a:prstGeom prst="roundRect">
            <a:avLst>
              <a:gd name="adj" fmla="val 3086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73936"/>
            <a:ext cx="777240" cy="256032"/>
          </a:xfrm>
          <a:prstGeom prst="rect">
            <a:avLst/>
          </a:prstGeom>
          <a:solidFill>
            <a:srgbClr val="D580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4087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 First Light — Official Story Trailer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213969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→ IO Interactive channel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Bond, key locations. 30-45 sec. No spoilers.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54496" y="1627632"/>
            <a:ext cx="5385816" cy="1481328"/>
          </a:xfrm>
          <a:prstGeom prst="roundRect">
            <a:avLst>
              <a:gd name="adj" fmla="val 3086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773936"/>
            <a:ext cx="777240" cy="256032"/>
          </a:xfrm>
          <a:prstGeom prst="rect">
            <a:avLst/>
          </a:prstGeom>
          <a:solidFill>
            <a:srgbClr val="D580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51776" y="1737360"/>
            <a:ext cx="4087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LEGO Batman: Legacy — Heroes &amp; Villains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55664" y="2139696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→ WB Games channel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55664" y="248716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Fun, energetic, instantly recognisable.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5385816" cy="1481328"/>
          </a:xfrm>
          <a:prstGeom prst="roundRect">
            <a:avLst>
              <a:gd name="adj" fmla="val 3086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01568"/>
            <a:ext cx="777240" cy="256032"/>
          </a:xfrm>
          <a:prstGeom prst="rect">
            <a:avLst/>
          </a:prstGeom>
          <a:solidFill>
            <a:srgbClr val="D580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45920" y="3364992"/>
            <a:ext cx="4087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Horizon 6 — Japan World Reveal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376732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→ Xbox channel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1148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 blossoms, Shibuya, touge. Let it breathe.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54496" y="3255264"/>
            <a:ext cx="5385816" cy="1481328"/>
          </a:xfrm>
          <a:prstGeom prst="roundRect">
            <a:avLst>
              <a:gd name="adj" fmla="val 3086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3401568"/>
            <a:ext cx="777240" cy="256032"/>
          </a:xfrm>
          <a:prstGeom prst="rect">
            <a:avLst/>
          </a:prstGeom>
          <a:solidFill>
            <a:srgbClr val="D580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51776" y="3364992"/>
            <a:ext cx="4087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Pragmata — Gameplay Overview (Capcom)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55664" y="376732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→ Capcom channel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55664" y="41148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if panel goes deep on GOTY surprise.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882896"/>
            <a:ext cx="5385816" cy="1481328"/>
          </a:xfrm>
          <a:prstGeom prst="roundRect">
            <a:avLst>
              <a:gd name="adj" fmla="val 3086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029200"/>
            <a:ext cx="777240" cy="256032"/>
          </a:xfrm>
          <a:prstGeom prst="rect">
            <a:avLst/>
          </a:prstGeom>
          <a:solidFill>
            <a:srgbClr val="D580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45920" y="4992624"/>
            <a:ext cx="4087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Marvel's Wolverine — State of Play Reveal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53949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→ PlayStation channel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9808" y="574243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Red, brutal combat. Under 60 seconds.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54496" y="4882896"/>
            <a:ext cx="5385816" cy="1481328"/>
          </a:xfrm>
          <a:prstGeom prst="roundRect">
            <a:avLst>
              <a:gd name="adj" fmla="val 3086"/>
            </a:avLst>
          </a:prstGeom>
          <a:solidFill>
            <a:srgbClr val="191B29"/>
          </a:solidFill>
          <a:ln w="9525">
            <a:solidFill>
              <a:srgbClr val="282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5029200"/>
            <a:ext cx="777240" cy="256032"/>
          </a:xfrm>
          <a:prstGeom prst="rect">
            <a:avLst/>
          </a:prstGeom>
          <a:solidFill>
            <a:srgbClr val="D580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51776" y="4992624"/>
            <a:ext cx="4087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GTA VI — Latest Available Trailer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55664" y="53949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→ Rockstar Games channel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55664" y="574243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Vice City shots. Check for Trailer 3 before air.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58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BUTTON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E4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Our Year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Packet  ·  June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58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58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10896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58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66928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657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58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Qs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E8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Production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2026-06-13T01:37:00Z</dcterms:created>
  <dcterms:modified xsi:type="dcterms:W3CDTF">2026-06-13T01:37:00Z</dcterms:modified>
</cp:coreProperties>
</file>